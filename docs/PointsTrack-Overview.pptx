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914400" cy="9144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1F5F9"/>
                </a:solidFill>
              </a:rPr>
              <a:t>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645920" y="20574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F5F9"/>
                </a:solidFill>
              </a:rPr>
              <a:t>PointsTrack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691640" y="29718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6B6D4"/>
                </a:solidFill>
              </a:rPr>
              <a:t>AICTE Activity Points — Digitized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91640" y="3611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System Architecture · Robustness · Scalability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</a:rPr>
              <a:t>A custom backend (Express · PostgreSQL · JWT) powering a web dashboard and a mobile app.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What PointsTrack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1F5F9"/>
                </a:solidFill>
              </a:rPr>
              <a:t>Engineering students must earn 100 AICTE activity points to graduate (80 for lateral entry).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94A3B8"/>
                </a:solidFill>
              </a:rPr>
              <a:t>Tracking them today means lost certificates, messy spreadsheets, and a final-year scramble.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F1F5F9"/>
                </a:solidFill>
              </a:rPr>
              <a:t>PointsTrack digitizes the whole loop:</a:t>
            </a:r>
            <a:endParaRPr lang="en-US" sz="1700" dirty="0"/>
          </a:p>
          <a:p>
            <a:pPr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6B6D4"/>
                </a:solidFill>
              </a:rPr>
              <a:t>Clubs publish events  →  students register  →  organizers check them in (tap or QR)  →  points are awarded &amp; tracked automatically.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94A3B8"/>
                </a:solidFill>
              </a:rPr>
              <a:t>Replaces a previous Firebase stack with a custom, self-hosted backend — full control of data, cost &amp; behavior.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Three components, one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1737360"/>
            <a:ext cx="329184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659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pointstrack-api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251460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</a:rPr>
              <a:t>Express + TypeScript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</a:rPr>
              <a:t>PostgreSQL + Drizzle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</a:rPr>
              <a:t>JWT auth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1605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</a:rPr>
              <a:t>The backend for both clients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1737360"/>
            <a:ext cx="329184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19659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</a:rPr>
              <a:t>pointstrack-admin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09160" y="251460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</a:rPr>
              <a:t>Next.js + Tailwind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</a:rPr>
              <a:t>(web dashboard +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</a:rPr>
              <a:t>public landing)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09160" y="41605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</a:rPr>
              <a:t>Used by organizers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1737360"/>
            <a:ext cx="329184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9659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</a:rPr>
              <a:t>PointsTrack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21040" y="251460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</a:rPr>
              <a:t>React Native + Expo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</a:rPr>
              <a:t>(iOS / Android)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41605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</a:rPr>
              <a:t>Used by students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</a:rPr>
              <a:t>&amp; organizers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3035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Both clients talk to the same API over HTTPS with a JWT Bearer token.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DATA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PostgreSQL, via Drizzle ORM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64592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</a:rPr>
                        <a:t>Table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</a:rPr>
                        <a:t>Purpose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accounts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Unified login identity — email + password hash + role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organizers / students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Profiles (1:1 with an account)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events_catalog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Events organizers publish and students browse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attendees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A registration: pending / checked-in / rejected / waitlisted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points_ledger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The wallet — one row per awarded activity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refresh_tokens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Hashed, rotating refresh tokens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778240" y="16459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0E1A33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1783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Guarantees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961120" y="219456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1F5F9"/>
                </a:solidFill>
              </a:rPr>
              <a:t>UNIQUE(event_id, student_id)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94A3B8"/>
                </a:solidFill>
              </a:rPr>
              <a:t>one registration per student/event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1F5F9"/>
                </a:solidFill>
              </a:rPr>
              <a:t>UNIQUE(attendee_id) on ledger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94A3B8"/>
                </a:solidFill>
              </a:rPr>
              <a:t>one award per check-in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1F5F9"/>
                </a:solidFill>
              </a:rPr>
              <a:t>FKs cascade on delete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no orphaned data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Check-in → points, end to end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020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167335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</a:rPr>
              <a:t>Organizer creates an event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98424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Broadcast to eligible students via Expo Push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020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254203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</a:rPr>
              <a:t>Student registers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00200" y="285292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Or joins the waitlist if the event is full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3429000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020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341071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</a:rPr>
              <a:t>Organizer checks them 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372160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Tap "Allot Points" — or scan the student's QR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4297680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020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00200" y="427939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</a:rPr>
              <a:t>API awards points (in one transaction)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00200" y="459028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Locks the row, writes one ledger entry, sends a push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166360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020"/>
                </a:solidFill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00200" y="514807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</a:rPr>
              <a:t>Wallet updates instantly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Points count toward the 100-point goal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6126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6B6D4"/>
                </a:solidFill>
              </a:rPr>
              <a:t>Rejecting a checked-in student auto-promotes the longest-waiting waitlisted student.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Authentication &amp; hardening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JWT access tokens (~15 min) + rotating refresh tokens — hashed in the DB, with expiry &amp; revocation.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Passwords hashed with bcrypt.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Role-based access (organizer / student) + ownership checks on every protected route.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helmet security headers, strict CORS allow-list in production, 1 MB body limit.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6B6D4"/>
                </a:solidFill>
              </a:rPr>
              <a:t>Rate limiting: generous global ceiling + a strict limiter on /auth (brute-force / credential-stuffing).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94A3B8"/>
                </a:solidFill>
              </a:rPr>
              <a:t>Centralized error handling — no stack traces leak to clients.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ROBUSTNESS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Correct under concurrent writes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The hard part of an attendance system is simultaneous writes — double-taps, a busy event filling up, two organizers scanning at once. Naive code corrupts data here.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228600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141B33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Layer 1 — DB constraints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288036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UNIQUE(event_id, student_id) → no duplicate registrations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UNIQUE(attendee_id) on ledger → a check-in can never award twice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8600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141B33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</a:rPr>
              <a:t>Layer 2 — Transactions + row locks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288036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Award / capacity / waitlist run in db.transaction with SELECT … FOR UPDATE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Capacity locks the event row → seats can't be over-sold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Push &amp; promotion run after commit — never hold a lock on network I/O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ROBUSTNESS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Proven under real concurrency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2011680"/>
          <a:ext cx="978408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39319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B1020"/>
                          </a:solidFill>
                        </a:rPr>
                        <a:t>Concurrent scenario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B1020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1F5F9"/>
                          </a:solidFill>
                        </a:rPr>
                        <a:t>12 simultaneous check-ins of one attendee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1F5F9"/>
                          </a:solidFill>
                        </a:rPr>
                        <a:t>1 ledger row · 50 pts  (not 600)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1F5F9"/>
                          </a:solidFill>
                        </a:rPr>
                        <a:t>10 simultaneous duplicate applications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1F5F9"/>
                          </a:solidFill>
                        </a:rPr>
                        <a:t>1 attendee row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1F5F9"/>
                          </a:solidFill>
                        </a:rPr>
                        <a:t>capacity = 1, 6 simultaneous applications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1F5F9"/>
                          </a:solidFill>
                        </a:rPr>
                        <a:t>1 active + 5 waitlisted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88720" y="493776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No double awards. No over-capacity. No duplicates. The data-corruption class of bug is gone.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SCALABILITY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Built to grow horizontally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Stateless API — auth is a JWT in the request, no server session. Run N instances behind a load balancer.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Bounded queries — every list endpoint uses capped limit/offset pagination. Payloads stay flat as data grows.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Indexed reads — every hot lookup is indexed; per-event counts come from one grouped query (no N+1).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Managed Postgres — change one line (DATABASE_URL) to move to Neon/Supabase; pool size is configurable.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Storage abstraction — uploads go to Cloudflare R2 (or any S3) in prod; local disk in dev. Env-switched.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94A3B8"/>
                </a:solidFill>
              </a:rPr>
              <a:t>Lean transport — gzip compression; push notifications chunked through the Expo SDK.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ASSESSMENT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Where it stands today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1737360"/>
            <a:ext cx="5120640" cy="3383280"/>
          </a:xfrm>
          <a:prstGeom prst="roundRect">
            <a:avLst>
              <a:gd name="adj" fmla="val 2703"/>
            </a:avLst>
          </a:prstGeom>
          <a:solidFill>
            <a:srgbClr val="141B33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</a:rPr>
              <a:t>Production-ready now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2331720"/>
            <a:ext cx="4663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One API instance + managed Postgres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A full college, low-thousands of users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Correct under bursty check-in load — the moment most apps break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120640" cy="3383280"/>
          </a:xfrm>
          <a:prstGeom prst="roundRect">
            <a:avLst>
              <a:gd name="adj" fmla="val 2703"/>
            </a:avLst>
          </a:prstGeom>
          <a:solidFill>
            <a:srgbClr val="141B33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B6D4"/>
                </a:solidFill>
              </a:rPr>
              <a:t>To reach 50k+ / multi-college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0" y="2331720"/>
            <a:ext cx="4663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Redis-backed rate-limit store (multi-instance)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Background queue for very large push broadcasts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Cloudflare R2 for uploads (already supported)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34D399"/>
                </a:solidFill>
              </a:rPr>
              <a:t>All additive — no architectural rewrite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640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</a:rPr>
              <a:t>DEPLOYMENT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</a:rPr>
              <a:t>A zero-cost stack to go live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645920"/>
          <a:ext cx="10424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</a:rPr>
                        <a:t>Piece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</a:rPr>
                        <a:t>Free service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</a:rPr>
                        <a:t>Notes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Database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Neon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Serverless Postgres, scale-to-zero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API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Render (Web Service)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750 hrs/mo; sleeps when idle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Web admin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Vercel (Hobby)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Built for Next.js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File uploads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Cloudflare R2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10 GB free, no egress fees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Push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Expo Push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Free, already wired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Email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Gmail SMTP / Brevo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Free, no domain needed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Mobile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Expo / EAS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1F5F9"/>
                          </a:solidFill>
                        </a:rPr>
                        <a:t>Free Android APK; iOS needs Apple Dev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68680" y="59436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</a:rPr>
              <a:t>Caveat: free Render + Neon sleep when idle → a slow first request (~30–60 s). Fine for a pilot.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PointsTrack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5F9"/>
                </a:solidFill>
              </a:rPr>
              <a:t>Robust. Correct under concurrency. Ready to scale.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33832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From a prototype with latent data races to a production-grade service — with a clear, additive path to large scale.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4297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Docs: ARCHITECTURE.md · DEPLOYMENT.md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PointsTrack — Architecture, Robustness &amp; Scalability</dc:title>
  <dc:subject>PptxGenJS Presentation</dc:subject>
  <dc:creator>PointsTrack</dc:creator>
  <cp:lastModifiedBy>PointsTrack</cp:lastModifiedBy>
  <cp:revision>1</cp:revision>
  <dcterms:created xsi:type="dcterms:W3CDTF">2026-06-13T17:12:11Z</dcterms:created>
  <dcterms:modified xsi:type="dcterms:W3CDTF">2026-06-13T17:12:11Z</dcterms:modified>
</cp:coreProperties>
</file>